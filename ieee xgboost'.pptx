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6B7F8-5490-4823-9B84-343D3CBD0647}" v="211" dt="2025-12-16T15:16:27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1752-4414-696A-8E9E-090FA1B2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/>
                <a:ea typeface="+mj-lt"/>
                <a:cs typeface="+mj-lt"/>
              </a:rPr>
              <a:t>An </a:t>
            </a:r>
            <a:r>
              <a:rPr lang="en-US" err="1">
                <a:latin typeface="Calibri"/>
                <a:ea typeface="+mj-lt"/>
                <a:cs typeface="+mj-lt"/>
              </a:rPr>
              <a:t>XGBoost</a:t>
            </a:r>
            <a:r>
              <a:rPr lang="en-US" dirty="0">
                <a:latin typeface="Calibri"/>
                <a:ea typeface="+mj-lt"/>
                <a:cs typeface="+mj-lt"/>
              </a:rPr>
              <a:t>-Based Framework for Emission Factor Prediction and ESG Dashboard Visualization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B460-C3BE-719F-67D9-E3673CB1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Jose P, Nanda Kumar B, Sri Jai Suryaa T 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Calibri"/>
                <a:ea typeface="+mn-lt"/>
                <a:cs typeface="+mn-lt"/>
              </a:rPr>
              <a:t>Department of Computer Science &amp; Engineering (Data Science)</a:t>
            </a:r>
            <a:br>
              <a:rPr lang="en-US" sz="1800" dirty="0">
                <a:latin typeface="Calibri"/>
                <a:ea typeface="+mn-lt"/>
                <a:cs typeface="+mn-lt"/>
              </a:rPr>
            </a:br>
            <a:r>
              <a:rPr lang="en-US" sz="1800" dirty="0">
                <a:latin typeface="Calibri"/>
                <a:ea typeface="+mn-lt"/>
                <a:cs typeface="+mn-lt"/>
              </a:rPr>
              <a:t>Vel Tech Rangarajan Dr. Sagunthala R&amp;D Institute of Science and Technology</a:t>
            </a:r>
            <a:br>
              <a:rPr lang="en-US" sz="1800" dirty="0">
                <a:latin typeface="Calibri"/>
                <a:ea typeface="+mn-lt"/>
                <a:cs typeface="+mn-lt"/>
              </a:rPr>
            </a:br>
            <a:r>
              <a:rPr lang="en-US" sz="1800" dirty="0">
                <a:latin typeface="Calibri"/>
                <a:ea typeface="+mn-lt"/>
                <a:cs typeface="+mn-lt"/>
              </a:rPr>
              <a:t>Chennai, India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281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DB37F-1750-BBFD-301C-67DFDDFF4A82}"/>
              </a:ext>
            </a:extLst>
          </p:cNvPr>
          <p:cNvSpPr txBox="1"/>
          <p:nvPr/>
        </p:nvSpPr>
        <p:spPr>
          <a:xfrm>
            <a:off x="230742" y="288428"/>
            <a:ext cx="1168711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latin typeface="Calibri"/>
                <a:ea typeface="+mn-lt"/>
                <a:cs typeface="+mn-lt"/>
              </a:rPr>
              <a:t>MOTIVATION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598CB-3ECB-B941-59DD-6A8332F2E754}"/>
              </a:ext>
            </a:extLst>
          </p:cNvPr>
          <p:cNvSpPr txBox="1"/>
          <p:nvPr/>
        </p:nvSpPr>
        <p:spPr>
          <a:xfrm>
            <a:off x="334576" y="1153713"/>
            <a:ext cx="1143330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• Industries aim for carbon neutrality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i="1" dirty="0">
                <a:ea typeface="+mn-lt"/>
                <a:cs typeface="+mn-lt"/>
              </a:rPr>
            </a:br>
            <a:r>
              <a:rPr lang="en-US" sz="2400" i="1" dirty="0">
                <a:ea typeface="+mn-lt"/>
                <a:cs typeface="+mn-lt"/>
              </a:rPr>
              <a:t> • ESG and BRSR reporting is mandatory</a:t>
            </a:r>
            <a:br>
              <a:rPr lang="en-US" sz="2400" i="1" dirty="0">
                <a:ea typeface="+mn-lt"/>
                <a:cs typeface="+mn-lt"/>
              </a:rPr>
            </a:br>
            <a:br>
              <a:rPr lang="en-US" sz="2400" i="1" dirty="0">
                <a:ea typeface="+mn-lt"/>
                <a:cs typeface="+mn-lt"/>
              </a:rPr>
            </a:br>
            <a:r>
              <a:rPr lang="en-US" sz="2400" i="1" dirty="0">
                <a:ea typeface="+mn-lt"/>
                <a:cs typeface="+mn-lt"/>
              </a:rPr>
              <a:t> • Traditional emission calculations are static</a:t>
            </a:r>
            <a:br>
              <a:rPr lang="en-US" sz="2400" i="1" dirty="0">
                <a:ea typeface="+mn-lt"/>
                <a:cs typeface="+mn-lt"/>
              </a:rPr>
            </a:br>
            <a:br>
              <a:rPr lang="en-US" sz="2400" i="1" dirty="0">
                <a:ea typeface="+mn-lt"/>
                <a:cs typeface="+mn-lt"/>
              </a:rPr>
            </a:br>
            <a:r>
              <a:rPr lang="en-US" sz="2400" i="1" dirty="0">
                <a:ea typeface="+mn-lt"/>
                <a:cs typeface="+mn-lt"/>
              </a:rPr>
              <a:t> • Need for accurate and scalable prediction systems</a:t>
            </a:r>
            <a:br>
              <a:rPr lang="en-US" sz="2400" i="1" dirty="0">
                <a:ea typeface="+mn-lt"/>
                <a:cs typeface="+mn-lt"/>
              </a:rPr>
            </a:br>
            <a:endParaRPr lang="en-US" sz="2400" i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954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830D-FA5A-9BD1-DF6C-0D830232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PROBLEM STATEMENT</a:t>
            </a:r>
            <a:endParaRPr lang="en-US" b="1">
              <a:latin typeface="Calibri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BA80-8EAF-5A5C-39FB-C5F97AFE7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Conventional methods fail with non-linear data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Manual estimation is time-consuming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Lack of real-time prediction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No integration with ESG reporting tools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373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173E-C62C-840B-13FE-9FB6280F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PROPOSED SOLUTION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7062-90F8-4474-3A89-B0BB2728E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End-to-end ML framework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r>
              <a:rPr lang="en-US" sz="2400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</a:t>
            </a:r>
            <a:r>
              <a:rPr lang="en-US" sz="2400" i="1" err="1">
                <a:latin typeface="Calibri"/>
                <a:ea typeface="+mn-lt"/>
                <a:cs typeface="+mn-lt"/>
              </a:rPr>
              <a:t>XGBoost</a:t>
            </a:r>
            <a:r>
              <a:rPr lang="en-US" sz="2400" i="1" dirty="0">
                <a:latin typeface="Calibri"/>
                <a:ea typeface="+mn-lt"/>
                <a:cs typeface="+mn-lt"/>
              </a:rPr>
              <a:t> for emission factor prediction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Complete data processing pipeline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</a:t>
            </a:r>
            <a:r>
              <a:rPr lang="en-US" sz="2400" i="1" err="1">
                <a:latin typeface="Calibri"/>
                <a:ea typeface="+mn-lt"/>
                <a:cs typeface="+mn-lt"/>
              </a:rPr>
              <a:t>Streamlit</a:t>
            </a:r>
            <a:r>
              <a:rPr lang="en-US" sz="2400" i="1">
                <a:latin typeface="Calibri"/>
                <a:ea typeface="+mn-lt"/>
                <a:cs typeface="+mn-lt"/>
              </a:rPr>
              <a:t>-based ESG dashboard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20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DE22-293C-CDE9-4E5C-D305792E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SYSTEM ARCHITECTURE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6886-91A0-3E86-1560-49A189EDC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Data collection from industrial sources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Data preprocessing and cleaning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Feature engineering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</a:t>
            </a:r>
            <a:r>
              <a:rPr lang="en-US" sz="2400" i="1" err="1">
                <a:latin typeface="Calibri"/>
                <a:ea typeface="+mn-lt"/>
                <a:cs typeface="+mn-lt"/>
              </a:rPr>
              <a:t>XGBoost</a:t>
            </a:r>
            <a:r>
              <a:rPr lang="en-US" sz="2400" i="1">
                <a:latin typeface="Calibri"/>
                <a:ea typeface="+mn-lt"/>
                <a:cs typeface="+mn-lt"/>
              </a:rPr>
              <a:t> model training and evaluation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>
                <a:latin typeface="Calibri"/>
                <a:ea typeface="+mn-lt"/>
                <a:cs typeface="+mn-lt"/>
              </a:rPr>
              <a:t> • Dashboard visualization and reporting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 dirty="0"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071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0C37-47C6-4E90-EB6F-B9D9591E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WHY XGBOOST ?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C29B5-532C-1424-ADA5-377FE5500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Handles complex non-linear relationships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Built-in regularization avoids overfitting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Efficient for large datasets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Higher accuracy than traditional models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200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B479-5957-E087-B340-D7FFF820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FEATURE ENGINEERING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82295-A991-BB36-90AE-3E3EC12D8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Energy consumption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Production volume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Fuel type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Operating hours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Carbon intensity and seasonal factors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 dirty="0"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192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8B82-9706-A7F0-C2AB-5D426FF3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RESULTS &amp; PERFORMANCE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BAA2-61EB-2114-44E5-D46D82077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Linear Regression: Lower accuracy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r>
              <a:rPr lang="en-US" sz="2400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Random Forest: Improved performance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</a:t>
            </a:r>
            <a:r>
              <a:rPr lang="en-US" sz="2400" i="1" dirty="0" err="1">
                <a:latin typeface="Calibri"/>
                <a:ea typeface="+mn-lt"/>
                <a:cs typeface="+mn-lt"/>
              </a:rPr>
              <a:t>XGBoost</a:t>
            </a:r>
            <a:r>
              <a:rPr lang="en-US" sz="2400" i="1" dirty="0">
                <a:latin typeface="Calibri"/>
                <a:ea typeface="+mn-lt"/>
                <a:cs typeface="+mn-lt"/>
              </a:rPr>
              <a:t>: Best performance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R² = 0.94, Lowest MAE and RMSE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endParaRPr lang="en-US" sz="2400" dirty="0"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501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E268-55B8-33CF-F19F-6B1095A5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ESG DASHBOARD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011EE-AAE1-084E-D34B-1CC2A8EB7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Real-time emission factor prediction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Interactive charts and trends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Automated ESG &amp; BRSR reports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User-friendly </a:t>
            </a:r>
            <a:r>
              <a:rPr lang="en-US" sz="2400" i="1" err="1">
                <a:latin typeface="Calibri"/>
                <a:ea typeface="+mn-lt"/>
                <a:cs typeface="+mn-lt"/>
              </a:rPr>
              <a:t>Streamlit</a:t>
            </a:r>
            <a:r>
              <a:rPr lang="en-US" sz="2400" i="1" dirty="0">
                <a:latin typeface="Calibri"/>
                <a:ea typeface="+mn-lt"/>
                <a:cs typeface="+mn-lt"/>
              </a:rPr>
              <a:t> interface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62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CEA8-4530-7D04-A73E-4B146637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Calibri"/>
                <a:ea typeface="+mj-lt"/>
                <a:cs typeface="+mj-lt"/>
              </a:rPr>
              <a:t>CONCLUSION &amp; FUTURE WORK</a:t>
            </a:r>
            <a:endParaRPr lang="en-US" sz="30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C8C84-D593-D32E-FF97-AB87E634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• Accurate and scalable emission prediction</a:t>
            </a:r>
            <a:br>
              <a:rPr lang="en-US" sz="2400" dirty="0">
                <a:latin typeface="Calibri"/>
                <a:ea typeface="+mn-lt"/>
                <a:cs typeface="+mn-lt"/>
              </a:rPr>
            </a:br>
            <a:r>
              <a:rPr lang="en-US" sz="2400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Integrated ESG reporting framework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Suitable for multiple industries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r>
              <a:rPr lang="en-US" sz="2400" i="1" dirty="0">
                <a:latin typeface="Calibri"/>
                <a:ea typeface="+mn-lt"/>
                <a:cs typeface="+mn-lt"/>
              </a:rPr>
              <a:t> • Future: IoT integration and advanced ESG analytics</a:t>
            </a:r>
            <a:br>
              <a:rPr lang="en-US" sz="2400" i="1" dirty="0">
                <a:latin typeface="Calibri"/>
                <a:ea typeface="+mn-lt"/>
                <a:cs typeface="+mn-lt"/>
              </a:rPr>
            </a:br>
            <a:endParaRPr lang="en-US" sz="2400" i="1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317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An XGBoost-Based Framework for Emission Factor Prediction and ESG Dashboard Visualization</vt:lpstr>
      <vt:lpstr>PowerPoint Presentation</vt:lpstr>
      <vt:lpstr>PROBLEM STATEMENT</vt:lpstr>
      <vt:lpstr>PROPOSED SOLUTION</vt:lpstr>
      <vt:lpstr>SYSTEM ARCHITECTURE</vt:lpstr>
      <vt:lpstr>WHY XGBOOST ?</vt:lpstr>
      <vt:lpstr>FEATURE ENGINEERING</vt:lpstr>
      <vt:lpstr>RESULTS &amp; PERFORMANCE</vt:lpstr>
      <vt:lpstr>ESG DASHBOARD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103</cp:revision>
  <dcterms:created xsi:type="dcterms:W3CDTF">2025-12-16T14:40:52Z</dcterms:created>
  <dcterms:modified xsi:type="dcterms:W3CDTF">2025-12-16T15:16:31Z</dcterms:modified>
</cp:coreProperties>
</file>